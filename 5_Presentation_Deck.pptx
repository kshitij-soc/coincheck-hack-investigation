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Coincheck NEM Theft, January 2018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exchange hack investigation: key findings and recommendations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Kshitij Randhire  |  Independent research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526.3M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left Coincheck’s wallet in 11 transfers (my blockchain count)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~523M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48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was Coincheck’s own figure; about 58 billion yen at the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48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affected; more than 46 billion yen refund pledged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XEM sat in an internet-connected hot wallet that one key could empty.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Coincheck noticed at 11:25 on 26 January (case study), over eight hours after its stated start (Reuters).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17720"/>
            <a:ext cx="80467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Reuters, BBC, ScienceDirect case study, blockchain data collected 28 Sep 2026 (EVD-001, 004, 011)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one public node, one hop traced, and the two discrepancy explanations are interpretations (see slide 7).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(26 January 2018, JST)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029200"/>
                <a:gridCol w="1554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transfer out of Coincheck’s wallet: 10 XEM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00:04 to 00:21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523,000,000 XEM moved to a new address (Address 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02:57 to 03:29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B splits exactly 523,000,000 XEM across 8 addresses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03:35 to 08:26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more transfers, 3.3M XEM in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Coincheck notices the drop and freezes all but Bitcoin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study, BBC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FSA business improvement order discussed at press conference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FSA transcript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times use the corrected NEM epoch (00:06:25 UTC). Details: Incident Report, Section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funds moved</a:t>
            </a:r>
            <a:endParaRPr lang="en-US" sz="2800" dirty="0"/>
          </a:p>
        </p:txBody>
      </p:sp>
      <p:pic>
        <p:nvPicPr>
          <p:cNvPr id="3" name="Image 0" descr="figures/fig2_fund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760720" cy="3108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28016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 to B: 11 transfers, 526,300,010 XEM.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to 8 new addresses: exactly 523,000,000 XEM in 33 minutes.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traced one hop. Where the coins went next is not established.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NIS1 node data, EVD-017 to 019. Method and hashes: Evidence Portfolio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gaps between the blockchain and the reports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missing 3.3M XEM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Coincheck said ~523M. The chain shows 526.3M. The first eight transfers add up to 523,000,010 and the last three to exactly 3,300,000. My reading: Coincheck’s figure matches the first eight. Why the last three are not reflected is unknown.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When it started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00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Coincheck gave 02:57. The first transfer out of its wallet is at 00:02. The 02:57 matches the first onward transfer from Address B. My reading: the company described when the coins began to be spread out, which makes the true detection gap about 11 h 23 min.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my interpretations. The arithmetic is confirmed; I found no Coincheck confirmation of the explanations.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possible, and what it cost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key: all 11 transfers were plain transfers signed by one key, with no co-signatures.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wallet: the COO and BBC describe the XEM as held online, not in cold storage.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detection: about 11 hours from the first transfer to discovery.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resources: the president cited technical difficulties and a staff shortage.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established: how the attacker got access, who they were, and whether customer data was exposed.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EVD-001, 004, 011. Attack vector is marked Unknown in the Incident Report (one case study reports malware on a company terminal; unconfirmed).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withdrawals for the affected asset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destination addresses with exchanges and the NEM Foundation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signing key as compromised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logs and images, tell regulators and customers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signatures on every hot wallet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for most funds, with a hot-wallet cap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outflow alerts and daily reconciliation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review, annual audit, tested response plan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 with risk ratings: Mitigation Plan. Limits: public sources only, one node, one hop traced.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cannot tell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node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blockchain data came from one public NIS1 node and has not yet been cross-checked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hop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48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are traced from A to B to eight addresses. Where they went next is not traced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readings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48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discrepancy explanations are my interpretations, not confirmed facts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Coincheck logs, disk images, memory dumps or malware samples are public.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attacker got in, who they were and whether customer data was exposed remain unknown.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Details: Incident Report Sections 7.7 and 11; Evidence Portfolio Section 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Coincheck NEM Theft Investigation</dc:title>
  <dc:subject>PptxGenJS Presentation</dc:subject>
  <dc:creator>PptxGenJS</dc:creator>
  <cp:lastModifiedBy>PptxGenJS</cp:lastModifiedBy>
  <cp:revision>1</cp:revision>
  <dcterms:created xsi:type="dcterms:W3CDTF">2026-09-30T20:41:11Z</dcterms:created>
  <dcterms:modified xsi:type="dcterms:W3CDTF">2026-09-30T20:41:11Z</dcterms:modified>
</cp:coreProperties>
</file>